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Clinical Data Intelligence</a:t>
            </a:r>
            <a:br/>
            <a:r>
              <a:t>with Snowflake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9B5E8"/>
                </a:solidFill>
              </a:defRPr>
            </a:pPr>
            <a:r>
              <a:t>Snowflake x Biogen Clinical | May 13,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ACCDD"/>
                </a:solidFill>
              </a:defRPr>
            </a:pPr>
            <a:r>
              <a:t>Presented by: Bob LeBoeuf, Kelci Miclaus, Ryan Stevens</a:t>
            </a:r>
          </a:p>
          <a:p/>
          <a:p>
            <a:pPr>
              <a:defRPr sz="1200">
                <a:solidFill>
                  <a:srgbClr val="AACCDD"/>
                </a:solidFill>
              </a:defRPr>
            </a:pPr>
            <a:r>
              <a:t>Audience: Daniel Boisvert, Francis Kendall + Team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SNOWFLAKE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B5E8"/>
                </a:solidFill>
              </a:defRPr>
            </a:pPr>
            <a:r>
              <a:t>Today's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B4B"/>
                </a:solidFill>
              </a:defRPr>
            </a:pPr>
            <a:r>
              <a:t>What We'll Cover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Welcome &amp; Introductions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Snowflake Platform: Beyond the Warehouse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Snowflake for Clinical Teams — GxP, governance, life sciences references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SAS + Snowflake: Better Together — SAS as front-end, Snowflake as scalable back-end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LIVE DEMO: Clinical Intelligence Platform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AI Roadmap, Q&amp;A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SNOWFLAKE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B5E8"/>
                </a:solidFill>
              </a:defRPr>
            </a:pPr>
            <a:r>
              <a:t>Who's In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B4B"/>
                </a:solidFill>
              </a:defRPr>
            </a:pPr>
            <a:r>
              <a:t>Your Snowflake Partners at Biogen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Bob LeBoeuf — Solutions Engineer, dedicated SE for Biogen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Kelci Miclaus, PhD — Global Head of Life Sciences (ex-SAS, GSK, Dataiku)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   20+ years building clinical data platforms; led JMP Clinical &amp; JMP Genomics at SAS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Ryan Stevens — Account Executive, managing the Biogen relationship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SNOWFLAKE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B5E8"/>
                </a:solidFill>
              </a:defRPr>
            </a:pPr>
            <a:r>
              <a:t>The Partnership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B4B"/>
                </a:solidFill>
              </a:defRPr>
            </a:pPr>
            <a:r>
              <a:t>Biogen &amp; Snowflake: 7 Years Strong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Partnership started 2019 | $1.7M+ credits consumed since Dec 2023 renewal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14.8% cost-per-query reduction through optimization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Current: SPOQ &amp; J Drive (Clinical Trial Analytics), Veeva Vault, Commercial Sales Intel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Pipeline: Clinical Research / GxP Analytics, Patient 360, Alzheimer's AI Insights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Unstructured Document AI POC — complete and validated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SNOWFLAKE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B5E8"/>
                </a:solidFill>
              </a:defRPr>
            </a:pPr>
            <a:r>
              <a:t>Beyond the Warehouse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B4B"/>
                </a:solidFill>
              </a:defRPr>
            </a:pPr>
            <a:r>
              <a:t>One Platform. All Your Data Workloads.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Multi-Cloud Storage &amp; Compute (AWS, Azure, GCP) — separate storage from compute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Data Ingestion: Snowpipe, Kafka, SAS connector, partner connectors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Data Engineering: Snowpark (Python/Java/Scala), Dynamic Tables, dbt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Analytics &amp; BI: SQL, Notebooks, Tableau, PowerBI, Streamlit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Cortex AI: LLMs, Analyst, Search, Document AI — no data movement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Governance: RBAC, column masking, row access, audit logs, HIPAA, GxP-ready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Collaboration: Live data sharing, Marketplace, Data Clean Rooms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SNOWFLAKE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B5E8"/>
                </a:solidFill>
              </a:defRPr>
            </a:pPr>
            <a:r>
              <a:t>Purpose-Built for Pharma &amp; Biotech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B4B"/>
                </a:solidFill>
              </a:defRPr>
            </a:pPr>
            <a:r>
              <a:t>Why Clinical Teams Choose Snowflake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Multi-Modal Clinical Data — CDISC/SDTM, FHIR/HL7, genomics, lab data, EDC exports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GxP &amp; Regulatory Ready — 21 CFR Part 11, GAMP, immutable audit, column masking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Secure Data Collaboration — zero-copy sharing with CROs, regulators, partners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Scale SAS with Snowflake Compute — SAS connects directly, push workloads to elastic warehouses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AI Without a Separate Platform — Cortex AI runs LLMs on your clinical data in-place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Proven Ecosystem — Veeva, Medidata, SAS Viya, 200+ Marketplace providers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SNOWFLAKE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B5E8"/>
                </a:solidFill>
              </a:defRPr>
            </a:pPr>
            <a:r>
              <a:t>SAS Stays as Your Front-End. Snowflake Scales the Back-End.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B4B"/>
                </a:solidFill>
              </a:defRPr>
            </a:pPr>
            <a:r>
              <a:t>SAS + Snowflake: Better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Option 1: SAS/ACCESS to Snowflake — SAS reads &amp; writes Snowflake tables directly, code runs as-is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Option 2: SAS Viya on Snowflake — push SAS analytics into Snowflake compute, scale to petabytes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Option 3: Snowflake-Native Analytics (when ready) — Notebooks + Snowpark as additional capability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How SAS Teams Use Snowflake as a Back-End: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  • SAS reads/writes Snowflake tables via SAS/ACCESS (no data export needed)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  • PROC SQL pushes to Snowflake compute (same syntax, elastic scale)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  • SAS Grid workloads offload to Snowflake tasks for scale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  • CDISC SDTM/ADaM stored in governed Snowflake schemas — single source of truth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B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5603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Clinical Intelligence</a:t>
            </a:r>
            <a:br/>
            <a:r>
              <a:t>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3891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DDEEFF"/>
                </a:solidFill>
              </a:defRPr>
            </a:pPr>
            <a:r>
              <a:t>Loading clinical trial data, running statistical summaries, applying Cortex AI, and asking questions in plain English.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SNOWFLAKE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B5E8"/>
                </a:solidFill>
              </a:defRPr>
            </a:pPr>
            <a:r>
              <a:t>What We'll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B4B"/>
                </a:solidFill>
              </a:defRPr>
            </a:pPr>
            <a:r>
              <a:t>Demo: 5-Step Clinical Intelligence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Step 1: Load Clinical Data — SDTM-format CSVs into Snowflake (like importing SAS datasets)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Step 2: Governance &amp; Security — column masking, row access policies, audit trail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Step 3: Snowflake-Side Analytics — additional analyses alongside SAS, same data, no duplication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Step 4: Cortex AI on Clinical Data — AI_COMPLETE to summarize AE narratives, classify deviations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Step 5: Cortex Analyst — ask clinical data questions in plain English, SQL generated automatically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SNOWFLAKE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B5E8"/>
                </a:solidFill>
              </a:defRPr>
            </a:pPr>
            <a:r>
              <a:t>Data Loading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B4B"/>
                </a:solidFill>
              </a:defRPr>
            </a:pPr>
            <a:r>
              <a:t>From CSV to Governed Clinical Schema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Step 1: Load SDTM Data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  • CREATE TABLE with CDISC column names your SAS programs reference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  • COPY INTO from stage — same as importing SAS-exported CSVs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  • Incremental loads via Snowpipe (no SAS batch scheduler needed)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Step 2: GxP-Style Governance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  • Column masking on subject IDs for non-clinical roles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  • Row access policies by study assignment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  • Every query logged to ACCESS_HISTORY (21 CFR Part 11 audit trail)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  • Time-travel: recover any data state up to 90 days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SNOWFLAKE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B5E8"/>
                </a:solidFill>
              </a:defRPr>
            </a:pPr>
            <a:r>
              <a:t>Snowflake Notebooks — An Alternative Analytics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B4B"/>
                </a:solidFill>
              </a:defRPr>
            </a:pPr>
            <a:r>
              <a:t>SAS Stays. Snowflake Scales. — Same Data, No Silos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SAS (What You Write Today):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  PROC FREQ DATA=SDTM.AE; TABLES AEDECOD * AESEV; RUN;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  PROC MEANS DATA=SDTM.LB N MEAN MEDIAN STDDEV; VAR LBORRES; CLASS LBTEST ARM; RUN;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Snowflake Notebook (Additional Option — Python + SQL):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  df_ae = session.table('CLINICAL.SDTM.AE').filter(col('AESER') == 'Y')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  ae_freq = df_ae.group_by('AEDECOD', 'AESEV').agg(count('*').alias('N'))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Why Add Snowflake Compute: Elastic Scale | Runs on Same Data as SAS | No Data Silos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SAS keeps working — Snowflake adds scale, AI, and collaboration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SNOWFLAKE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B5E8"/>
                </a:solidFill>
              </a:defRPr>
            </a:pPr>
            <a:r>
              <a:t>Cortex AI — LLMs at the Data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B4B"/>
                </a:solidFill>
              </a:defRPr>
            </a:pPr>
            <a:r>
              <a:t>AI_COMPLETE on Clinical Narratives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No API keys. No data leaves Snowflake. Call LLMs as SQL functions.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Summarize AE Narratives: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  SELECT AI_COMPLETE('llama3.1-70b', CONCAT('Summarize this AE...', AENARR)) AS AI_SUMMARY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Classify Protocol Deviations: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  SELECT AI_COMPLETE('llama3.1-70b', CONCAT('Classify...', DVTEXT)) AS AI_CATEGORY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Key Benefits: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  • Data never leaves Snowflake — critical for GxP clinical data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  • No infrastructure to manage — it's a SQL function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  • Embed in pipelines — classify new AEs automatically as they arrive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SNOWFLAKE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B5E8"/>
                </a:solidFill>
              </a:defRPr>
            </a:pPr>
            <a:r>
              <a:t>Cortex Analyst — Natural Language to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B4B"/>
                </a:solidFill>
              </a:defRPr>
            </a:pPr>
            <a:r>
              <a:t>Ask Your Clinical Data in Plain English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Cortex Analyst converts natural language to verified SQL via a semantic model.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Ask: 'Which study arm had the most Grade 3+ adverse events?'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  → SELECT ARM, COUNT(*) FROM AE WHERE AESEVN &gt;= 3 GROUP BY ARM ORDER BY 2 DESC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More clinical questions it can answer: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  • 'Show me all subjects with abnormal liver labs (ALT &gt; 3x ULN)'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  • 'What's the dropout rate by study site?'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  • 'Compare mean hemoglobin between treatment arms at Week 12'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Value: Clinical statisticians get self-service answers in seconds, not days.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SNOWFLAKE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B5E8"/>
                </a:solidFill>
              </a:defRPr>
            </a:pPr>
            <a:r>
              <a:t>Unstructured Data — Biogen POC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B4B"/>
                </a:solidFill>
              </a:defRPr>
            </a:pPr>
            <a:r>
              <a:t>Document AI: Unlock Your Clinical 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Your unstructured data POC proved the concept. Now production-ready.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What you can process: CSRs, SAPs, Site Monitoring Reports, Investigator Brochures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Architecture: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  1. PARSE_DOCUMENT — extract text from PDF on Snowflake stage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  2. EMBED_TEXT_768 — vectorize for semantic search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  3. Cortex Search Service — managed RAG (replaces manual vector queries)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  4. AI_COMPLETE — answer questions using retrieved context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Biogen POC Results: End-to-end ingestion, extraction, vectorization. Full pipeline automated.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SNOWFLAKE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B5E8"/>
                </a:solidFill>
              </a:defRPr>
            </a:pPr>
            <a:r>
              <a:t>The Unified AI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B4B"/>
                </a:solidFill>
              </a:defRPr>
            </a:pPr>
            <a:r>
              <a:t>Snowflake Intelligence: One Agent, All Your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Clinical Intelligence Agent — routes questions to the right tool automatically: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  • Cortex Analyst (Semantic View) for structured data queries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  • Cortex Search for CSR document retrieval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Try These Questions (Live Demo):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  • 'Which treatment arm had the most serious adverse events?'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  • 'What did the CSR conclude about benefit-risk?'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  • 'Show me all subjects with ALT above 3x ULN'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  • 'What deviations were classified as dosing errors?'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Your team queries trial data AND searches documents in plain English — no SQL, no SAS, no separate tools.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SNOWFLAKE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B5E8"/>
                </a:solidFill>
              </a:defRPr>
            </a:pPr>
            <a:r>
              <a:t>From Here to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B4B"/>
                </a:solidFill>
              </a:defRPr>
            </a:pPr>
            <a:r>
              <a:t>Proposed Next Steps for Biogen Clinical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1. SAS Connector Proof of Concept — validate SAS/ACCESS reads/writes Snowflake tables (Bob + Kelci)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2. Cortex AI Clinical Workshop — hands-on with your stats team on real SDTM data (Kelci + Bob)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3. Document AI Production POC — extend unstructured POC to SPOQ / CSR use case (Bob + Dan B.)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4. Executive Data Strategy Workshop — align on enterprise data + AI strategy (Ryan + Bob)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You, Biogen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9B5E8"/>
                </a:solidFill>
              </a:defRPr>
            </a:pPr>
            <a:r>
              <a:t>bob.leboeuf@snowflake.com  |  kelci.miclaus@snowflake.com  |  ryan.stevens@snowflake.com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